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AART Group Risk — System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7315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architecture · Deployment topology · Data flow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" y="749808"/>
            <a:ext cx="2880360" cy="347472"/>
          </a:xfrm>
          <a:prstGeom prst="rect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749808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TIER  ·  END-USER WORKSTATION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749808"/>
            <a:ext cx="498348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9856" y="749808"/>
            <a:ext cx="4727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TIER  ·  PRODUCTION HOST 13.247.15.250 (UBUNTU, SYSTEMD)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458200" y="749808"/>
            <a:ext cx="3566160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86216" y="749808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 &amp; SAAS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" y="1207008"/>
            <a:ext cx="2880360" cy="5394960"/>
          </a:xfrm>
          <a:prstGeom prst="rect">
            <a:avLst/>
          </a:prstGeom>
          <a:solidFill>
            <a:srgbClr val="E8EEF7"/>
          </a:solidFill>
          <a:ln w="9525">
            <a:solidFill>
              <a:srgbClr val="1E4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12527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Desktop App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" y="149961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electron-builder · auto-update · license-gated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8328" y="1755648"/>
            <a:ext cx="2606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" y="1755648"/>
            <a:ext cx="73152" cy="960120"/>
          </a:xfrm>
          <a:prstGeom prst="rect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18013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Process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1208" y="20482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runtime · system integration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21208" y="2249424"/>
            <a:ext cx="2331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validation (Keygen v2 · Ed25519)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Auto-update check &amp; install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install/uninstall lifecycle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8328" y="2807208"/>
            <a:ext cx="26060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8328" y="2807208"/>
            <a:ext cx="73152" cy="777240"/>
          </a:xfrm>
          <a:prstGeom prst="rect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" y="28529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Preload  ·  Context Bridge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1208" y="309981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Whitelisted IPC channels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21208" y="3300984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mainApi — license, auth, base URL, fingerprint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electronAPI — navigation events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8328" y="3675888"/>
            <a:ext cx="26060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" y="3675888"/>
            <a:ext cx="73152" cy="1965960"/>
          </a:xfrm>
          <a:prstGeom prst="rect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" y="37216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  ·  Vue 3 SPA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" y="396849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TypeScript · &lt;script setup&gt;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21208" y="4169664"/>
            <a:ext cx="233172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Vuetify 3 · Pinia stores · Vue Router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Grid / AG Charts (Enterprise)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Vuelidate · i18n (13 locales)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 / pdf-lib · ExcelJS export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services → REST API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27+ screens: Group Pricing, Bordereaux, Claims, Valuation Jobs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91840" y="1207008"/>
            <a:ext cx="4983480" cy="2788920"/>
          </a:xfrm>
          <a:prstGeom prst="rect">
            <a:avLst/>
          </a:prstGeom>
          <a:solidFill>
            <a:srgbClr val="E0F4F8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125272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API  ·  Gin framework  ·  GORM  ·  JWT auth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29000" y="1499616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binary instances under systemd — each exposes REST + /ws WebSocket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429000" y="1773936"/>
            <a:ext cx="15087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429000" y="1773936"/>
            <a:ext cx="73152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11880" y="18196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1  /home/aart/api1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11880" y="206654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· port per-instance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611880" y="2267712"/>
            <a:ext cx="1234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→ Services → Models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/ws WS hub · Swagger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29200" y="1773936"/>
            <a:ext cx="15087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029200" y="1773936"/>
            <a:ext cx="73152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0" y="18196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2  /home/aart/api2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12080" y="206654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· port per-instance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212080" y="2267712"/>
            <a:ext cx="1234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→ Services → Models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/ws WS hub · Swagger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629400" y="1773936"/>
            <a:ext cx="15087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629400" y="1773936"/>
            <a:ext cx="73152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12280" y="18196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3  /home/aart/api3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12280" y="206654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· port per-instance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812280" y="2267712"/>
            <a:ext cx="1234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→ Services → Models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/ws WS hub · Swagger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429000" y="2962656"/>
            <a:ext cx="22860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429000" y="2962656"/>
            <a:ext cx="73152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11880" y="30083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Pipeline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611880" y="32552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 middleware · CORS · JWT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611880" y="3456432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GetActiveUser() auth guard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by domain: Pricing, Bordereaux, Claims, Valuation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hub pushes job / calc updates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852160" y="2962656"/>
            <a:ext cx="22860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852160" y="2962656"/>
            <a:ext cx="73152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35040" y="30083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Workers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035040" y="32552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goroutines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035040" y="3456432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outbox drainer (max 5 concurrent)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calculation workers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retention sweeper (90d)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291840" y="4160520"/>
            <a:ext cx="4983480" cy="3474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19856" y="4160520"/>
            <a:ext cx="4727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TIER  ·  PERSISTENCE &amp; CACHE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291840" y="4507992"/>
            <a:ext cx="4983480" cy="1069848"/>
          </a:xfrm>
          <a:prstGeom prst="rect">
            <a:avLst/>
          </a:prstGeom>
          <a:solidFill>
            <a:srgbClr val="E0F2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429000" y="4599432"/>
            <a:ext cx="22631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429000" y="4599432"/>
            <a:ext cx="73152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11880" y="4645152"/>
            <a:ext cx="1988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DB  (GORM)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611880" y="4892040"/>
            <a:ext cx="19888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PostgreSQL · SQL Server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3611880" y="5093208"/>
            <a:ext cx="19888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Env: DB_HOST / DB_USER / DB_PWD / DB_NAME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BLOBs · outbox queue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783580" y="4599432"/>
            <a:ext cx="22631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5783580" y="4599432"/>
            <a:ext cx="73152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966460" y="4645152"/>
            <a:ext cx="1988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 &amp;  File Storage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5966460" y="4892040"/>
            <a:ext cx="19888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(opt) · Ristretto · local FS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966460" y="5093208"/>
            <a:ext cx="19888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env: Host / Port / Password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Bordereaux outputs · 90d retention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8458200" y="1207008"/>
            <a:ext cx="3566160" cy="5394960"/>
          </a:xfrm>
          <a:prstGeom prst="rect">
            <a:avLst/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595360" y="1344168"/>
            <a:ext cx="329184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8595360" y="1344168"/>
            <a:ext cx="73152" cy="89611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778240" y="13898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Relay  ·  Office 365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8778240" y="163677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email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8778240" y="183794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Drained by email_outbox worker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via DB EmailSettings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8595360" y="2350008"/>
            <a:ext cx="329184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8595360" y="2350008"/>
            <a:ext cx="73152" cy="89611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778240" y="2395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VerifyNow  ·  BAV API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8778240" y="264261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Account Verification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8778240" y="284378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adapter (mock / LexisNexis)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BAV_PROVIDER env selector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8595360" y="3355848"/>
            <a:ext cx="329184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8595360" y="3355848"/>
            <a:ext cx="73152" cy="89611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778240" y="34015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CheckID API  ·  Credit Bureau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8778240" y="364845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/ credit lookup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8778240" y="384962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CheckIDApiKey configured in api/config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from services layer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8595360" y="4361688"/>
            <a:ext cx="329184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8595360" y="4361688"/>
            <a:ext cx="73152" cy="89611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778240" y="44074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Keygen v2  ·  Licensing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8778240" y="46542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Ed25519 verification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8778240" y="48554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Machine-fingerprint entitlements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by Electron main at boot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8595360" y="5367528"/>
            <a:ext cx="329184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8595360" y="5367528"/>
            <a:ext cx="73152" cy="89611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778240" y="54132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updates.aart-enterprise.com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8778240" y="566013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auto-update channel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8778240" y="586130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electron-builder generic provider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+ full artifacts per platform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3291840" y="5715000"/>
            <a:ext cx="4983480" cy="347472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419856" y="5715000"/>
            <a:ext cx="4727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/ CD  ·  GITHUB ACTIONS → SSH → SYSTEMCTL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3291840" y="6044184"/>
            <a:ext cx="4983480" cy="457200"/>
          </a:xfrm>
          <a:prstGeom prst="rect">
            <a:avLst/>
          </a:prstGeom>
          <a:solidFill>
            <a:srgbClr val="EDE9FE"/>
          </a:solidFill>
          <a:ln w="9525">
            <a:solidFill>
              <a:srgbClr val="4C1D9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429000" y="6135624"/>
            <a:ext cx="960120" cy="237744"/>
          </a:xfrm>
          <a:prstGeom prst="roundRect">
            <a:avLst>
              <a:gd name="adj" fmla="val 46154"/>
            </a:avLst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429000" y="613562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→ main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4407408" y="6254496"/>
            <a:ext cx="252984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02" name="Shape 100"/>
          <p:cNvSpPr/>
          <p:nvPr/>
        </p:nvSpPr>
        <p:spPr>
          <a:xfrm>
            <a:off x="4678680" y="6135624"/>
            <a:ext cx="960120" cy="237744"/>
          </a:xfrm>
          <a:prstGeom prst="roundRect">
            <a:avLst>
              <a:gd name="adj" fmla="val 46154"/>
            </a:avLst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678680" y="613562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5657088" y="6254496"/>
            <a:ext cx="252984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05" name="Shape 103"/>
          <p:cNvSpPr/>
          <p:nvPr/>
        </p:nvSpPr>
        <p:spPr>
          <a:xfrm>
            <a:off x="5928360" y="6135624"/>
            <a:ext cx="960120" cy="237744"/>
          </a:xfrm>
          <a:prstGeom prst="roundRect">
            <a:avLst>
              <a:gd name="adj" fmla="val 46154"/>
            </a:avLst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928360" y="613562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13.247.15.250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6906768" y="6254496"/>
            <a:ext cx="252984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08" name="Shape 106"/>
          <p:cNvSpPr/>
          <p:nvPr/>
        </p:nvSpPr>
        <p:spPr>
          <a:xfrm>
            <a:off x="7178040" y="6135624"/>
            <a:ext cx="960120" cy="237744"/>
          </a:xfrm>
          <a:prstGeom prst="roundRect">
            <a:avLst>
              <a:gd name="adj" fmla="val 46154"/>
            </a:avLst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178040" y="613562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· copy · start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3099816" y="2075688"/>
            <a:ext cx="173736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11" name="Shape 109"/>
          <p:cNvSpPr/>
          <p:nvPr/>
        </p:nvSpPr>
        <p:spPr>
          <a:xfrm>
            <a:off x="3118104" y="1874520"/>
            <a:ext cx="374904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118104" y="1874520"/>
            <a:ext cx="374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3099816" y="2898648"/>
            <a:ext cx="173736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dash"/>
            <a:headEnd type="none"/>
            <a:tailEnd type="triangle"/>
          </a:ln>
        </p:spPr>
      </p:sp>
      <p:sp>
        <p:nvSpPr>
          <p:cNvPr id="114" name="Shape 112"/>
          <p:cNvSpPr/>
          <p:nvPr/>
        </p:nvSpPr>
        <p:spPr>
          <a:xfrm>
            <a:off x="3118104" y="2971800"/>
            <a:ext cx="374904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118104" y="2971800"/>
            <a:ext cx="374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WSS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8293608" y="2075688"/>
            <a:ext cx="146304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17" name="Shape 115"/>
          <p:cNvSpPr/>
          <p:nvPr/>
        </p:nvSpPr>
        <p:spPr>
          <a:xfrm>
            <a:off x="8311896" y="1874520"/>
            <a:ext cx="66751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311896" y="1874520"/>
            <a:ext cx="66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· SMTP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5783580" y="4005072"/>
            <a:ext cx="0" cy="146304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20" name="Text 118"/>
          <p:cNvSpPr/>
          <p:nvPr/>
        </p:nvSpPr>
        <p:spPr>
          <a:xfrm>
            <a:off x="5856732" y="39959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GORM · TCP</a:t>
            </a:r>
            <a:endParaRPr lang="en-US" sz="800" dirty="0"/>
          </a:p>
        </p:txBody>
      </p:sp>
      <p:sp>
        <p:nvSpPr>
          <p:cNvPr id="121" name="Text 119"/>
          <p:cNvSpPr/>
          <p:nvPr/>
        </p:nvSpPr>
        <p:spPr>
          <a:xfrm>
            <a:off x="201168" y="659282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704088" y="6702552"/>
            <a:ext cx="237744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23" name="Text 121"/>
          <p:cNvSpPr/>
          <p:nvPr/>
        </p:nvSpPr>
        <p:spPr>
          <a:xfrm>
            <a:off x="978408" y="659282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HTTPS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1938528" y="6702552"/>
            <a:ext cx="237744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dash"/>
            <a:tailEnd type="triangle"/>
          </a:ln>
        </p:spPr>
      </p:sp>
      <p:sp>
        <p:nvSpPr>
          <p:cNvPr id="125" name="Text 123"/>
          <p:cNvSpPr/>
          <p:nvPr/>
        </p:nvSpPr>
        <p:spPr>
          <a:xfrm>
            <a:off x="2212848" y="659282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850" dirty="0"/>
          </a:p>
        </p:txBody>
      </p:sp>
      <p:sp>
        <p:nvSpPr>
          <p:cNvPr id="126" name="Shape 124"/>
          <p:cNvSpPr/>
          <p:nvPr/>
        </p:nvSpPr>
        <p:spPr>
          <a:xfrm>
            <a:off x="3383280" y="6702552"/>
            <a:ext cx="237744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27" name="Text 125"/>
          <p:cNvSpPr/>
          <p:nvPr/>
        </p:nvSpPr>
        <p:spPr>
          <a:xfrm>
            <a:off x="3657600" y="659282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call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4754880" y="6702552"/>
            <a:ext cx="237744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29" name="Text 127"/>
          <p:cNvSpPr/>
          <p:nvPr/>
        </p:nvSpPr>
        <p:spPr>
          <a:xfrm>
            <a:off x="5029200" y="659282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GORM / TCP</a:t>
            </a:r>
            <a:endParaRPr lang="en-US" sz="850" dirty="0"/>
          </a:p>
        </p:txBody>
      </p:sp>
      <p:sp>
        <p:nvSpPr>
          <p:cNvPr id="130" name="Shape 128"/>
          <p:cNvSpPr/>
          <p:nvPr/>
        </p:nvSpPr>
        <p:spPr>
          <a:xfrm>
            <a:off x="6126480" y="6702552"/>
            <a:ext cx="237744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dash"/>
            <a:tailEnd type="triangle"/>
          </a:ln>
        </p:spPr>
      </p:sp>
      <p:sp>
        <p:nvSpPr>
          <p:cNvPr id="131" name="Text 129"/>
          <p:cNvSpPr/>
          <p:nvPr/>
        </p:nvSpPr>
        <p:spPr>
          <a:xfrm>
            <a:off x="6400800" y="659282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/ CI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AART Group Risk - System Architecture</dc:title>
  <dc:subject>PptxGenJS Presentation</dc:subject>
  <dc:creator>AART Engineering</dc:creator>
  <cp:lastModifiedBy>AART Engineering</cp:lastModifiedBy>
  <cp:revision>1</cp:revision>
  <dcterms:created xsi:type="dcterms:W3CDTF">2026-04-23T06:08:53Z</dcterms:created>
  <dcterms:modified xsi:type="dcterms:W3CDTF">2026-04-23T06:08:53Z</dcterms:modified>
</cp:coreProperties>
</file>